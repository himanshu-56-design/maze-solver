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74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5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5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B5875-2C55-40E4-A3C2-7835A607D6E2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FFE4FF-1F85-4C1D-ADB6-F84496A617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3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411480"/>
            <a:ext cx="10927080" cy="5806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749808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800020"/>
                </a:solidFill>
                <a:latin typeface="Calibri"/>
              </a:rPr>
              <a:t>LOVELY PROFESSIONAL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E293B"/>
                </a:solidFill>
                <a:latin typeface="Calibri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2563EB"/>
                </a:solidFill>
                <a:latin typeface="Calibri"/>
              </a:rPr>
              <a:t>Maze Solver using BFS and DFS in C++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337560"/>
            <a:ext cx="630936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dirty="0">
                <a:solidFill>
                  <a:srgbClr val="111827"/>
                </a:solidFill>
                <a:latin typeface="Calibri"/>
              </a:rPr>
              <a:t>Submitted By: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Himanshu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Singh
Enrollment No.: 12411444
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Programme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700" b="0" dirty="0" err="1">
                <a:solidFill>
                  <a:srgbClr val="111827"/>
                </a:solidFill>
                <a:latin typeface="Calibri"/>
              </a:rPr>
              <a:t>B.Tech</a:t>
            </a:r>
            <a:r>
              <a:rPr sz="17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700" b="0" dirty="0" smtClean="0">
                <a:solidFill>
                  <a:srgbClr val="111827"/>
                </a:solidFill>
                <a:latin typeface="Calibri"/>
              </a:rPr>
              <a:t>CSE</a:t>
            </a:r>
            <a:endParaRPr sz="1700" b="0" dirty="0">
              <a:solidFill>
                <a:srgbClr val="111827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6080" y="4681728"/>
            <a:ext cx="630936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111827"/>
                </a:solidFill>
                <a:latin typeface="Calibri"/>
              </a:rPr>
              <a:t>Submitted To: Assistant Professor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Amarinder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Kaur,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Sudha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111827"/>
                </a:solidFill>
                <a:latin typeface="Calibri"/>
              </a:rPr>
              <a:t>Shanker</a:t>
            </a:r>
            <a:r>
              <a:rPr sz="1500" b="0" dirty="0">
                <a:solidFill>
                  <a:srgbClr val="111827"/>
                </a:solidFill>
                <a:latin typeface="Calibri"/>
              </a:rPr>
              <a:t> Prasad
Course: </a:t>
            </a:r>
            <a:r>
              <a:rPr sz="1500" b="0" dirty="0" smtClean="0">
                <a:solidFill>
                  <a:srgbClr val="111827"/>
                </a:solidFill>
                <a:latin typeface="Calibri"/>
              </a:rPr>
              <a:t>PETV139</a:t>
            </a:r>
            <a:endParaRPr sz="1500" b="0" dirty="0">
              <a:solidFill>
                <a:srgbClr val="11182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Overview of the Maze Solver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A maze solver finds a valid route from a starting point to a destination point.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The maze is represented as a 2D grid.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Each open cell behaves like a node in an unweighted graph.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BFS and DFS are used to solve and compare the maze traversal process.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The project is console-based and implemented using C++.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54480"/>
            <a:ext cx="3291840" cy="9601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Maze Symbols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S = Start</a:t>
            </a:r>
            <a:br/>
            <a:r>
              <a:t>E = End</a:t>
            </a:r>
            <a:br/>
            <a:r>
              <a:t># = Wall</a:t>
            </a:r>
            <a:br/>
            <a:r>
              <a:t>. = Open Cell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788920"/>
            <a:ext cx="3291840" cy="96012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F59E0B"/>
                </a:solidFill>
              </a:rPr>
              <a:t>Output Symbols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* = Final Path</a:t>
            </a:r>
            <a:br/>
            <a:r>
              <a:t>v = Visited Cell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4023360"/>
            <a:ext cx="3291840" cy="96012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16A34A"/>
                </a:solidFill>
              </a:rPr>
              <a:t>Project Level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Medium level DSA project suitable for CA and viva.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>
                <a:solidFill>
                  <a:srgbClr val="1E293B"/>
                </a:solidFill>
              </a:rPr>
              <a:t>Say: The maze is stored as a grid, but solved like an unweighted graph.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The main task solved by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Problem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Design and implement a C++ program that solves a maze represented as a 2D grid and determines whether a path exists from the start cell S to the destination cell 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784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Accept or generate a maze.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Apply BFS and DFS to traverse valid cells.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Display final path and visited cells.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Compare BFS and DFS using path length, nodes visited and time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The </a:t>
            </a:r>
            <a:r>
              <a:rPr sz="1500" b="1" dirty="0">
                <a:solidFill>
                  <a:srgbClr val="1E293B"/>
                </a:solidFill>
              </a:rPr>
              <a:t>goal is to find a valid path from S to E and show the final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Expected outcomes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2D Grid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Represent maze using rows and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16A34A"/>
                </a:solidFill>
              </a:rPr>
              <a:t>BFS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Find shortest path in an unweighted maze.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46304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7C3AED"/>
                </a:solidFill>
              </a:rPr>
              <a:t>DFS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Find a valid path using stack traversal.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832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F59E0B"/>
                </a:solidFill>
              </a:rPr>
              <a:t>Visualization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Display visited cells and final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3832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Comparison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Compare algorithms on path length and nodes visited.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3832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DC2626"/>
                </a:solidFill>
              </a:rPr>
              <a:t>Extra Feature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Add random maze generation and menu-driven interface.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The </a:t>
            </a:r>
            <a:r>
              <a:rPr sz="1500" b="1" dirty="0">
                <a:solidFill>
                  <a:srgbClr val="1E293B"/>
                </a:solidFill>
              </a:rPr>
              <a:t>project applies BFS, DFS, path display, and algorithm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Data Structures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Core DSA components 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2563EB"/>
                </a:solidFill>
              </a:rPr>
              <a:t>vector&lt;string&gt;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Stores the maze as rows of characters.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16A34A"/>
                </a:solidFill>
              </a:rPr>
              <a:t>queue&lt;Cell&gt;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Used by BFS for level-wise traversal.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41732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7C3AED"/>
                </a:solidFill>
              </a:rPr>
              <a:t>stack&lt;Cell&gt;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Used by DFS for depth-wise traversal.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429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F59E0B"/>
                </a:solidFill>
              </a:rPr>
              <a:t>visited matrix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Prevents repeated visits and infinite loops.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4290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800020"/>
                </a:solidFill>
              </a:rPr>
              <a:t>parent matrix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Reconstructs the final path from E back to 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E293B"/>
                </a:solidFill>
                <a:latin typeface="Calibri"/>
              </a:rPr>
              <a:t>Viva line: BFS uses a queue, DFS uses a stack, and parent matrix helps print the final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Queue </a:t>
            </a:r>
            <a:r>
              <a:rPr sz="1500" b="1" dirty="0">
                <a:solidFill>
                  <a:srgbClr val="1E293B"/>
                </a:solidFill>
              </a:rPr>
              <a:t>is for BFS, stack is for DFS, and parent matrix prints the path.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Tools and concepts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Programming Language: C++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Compiler: C++11 or above compiler such as g++, Code::Blocks, Dev-C++ or OnlineGDB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Libraries: vector, queue, stack, chrono, random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DSA Concepts: graph traversal, BFS, DFS, visited matrix, parent matrix, path reconstruction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t>Application Type: console-based menu-driven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I </a:t>
            </a:r>
            <a:r>
              <a:rPr sz="1500" b="1" dirty="0">
                <a:solidFill>
                  <a:srgbClr val="1E293B"/>
                </a:solidFill>
              </a:rPr>
              <a:t>used C++ STL because it supports vector, queue, and stack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Main components of the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2918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MazeSolver Class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Main class for loading, generating, solving and comparing mazes.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105156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16A34A"/>
                </a:solidFill>
              </a:rPr>
              <a:t>Cell Structure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Stores row and column of a cell.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17320"/>
            <a:ext cx="3291840" cy="105156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F59E0B"/>
                </a:solidFill>
              </a:rPr>
              <a:t>Result Structure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Stores path status, path length, visited nodes, time and output maze.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291840"/>
            <a:ext cx="3291840" cy="10515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BFS Solver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Uses queue and gives shortest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291840"/>
            <a:ext cx="3291840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7C3AED"/>
                </a:solidFill>
              </a:rPr>
              <a:t>DFS Solver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Uses stack and finds a possible path.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err="1" smtClean="0">
                <a:solidFill>
                  <a:srgbClr val="1E293B"/>
                </a:solidFill>
              </a:rPr>
              <a:t>MazeSolver</a:t>
            </a:r>
            <a:r>
              <a:rPr sz="1500" b="1" dirty="0" smtClean="0">
                <a:solidFill>
                  <a:srgbClr val="1E293B"/>
                </a:solidFill>
              </a:rPr>
              <a:t> </a:t>
            </a:r>
            <a:r>
              <a:rPr sz="1500" b="1" dirty="0">
                <a:solidFill>
                  <a:srgbClr val="1E293B"/>
                </a:solidFill>
              </a:rPr>
              <a:t>controls loading, solving, displaying, and comparing the maze.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Methodology / Flow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Step-by-step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Start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07208" y="1764792"/>
            <a:ext cx="47548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Load / Generate Maze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87568" y="1764792"/>
            <a:ext cx="47548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5080" y="150876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Select Algorithm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67928" y="1764792"/>
            <a:ext cx="47548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235440" y="1508760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Visit Valid Cells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38327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Store Parent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07208" y="3639311"/>
            <a:ext cx="47548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74720" y="338327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Reconstruct Path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87568" y="3639311"/>
            <a:ext cx="475488" cy="201168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3383279"/>
            <a:ext cx="23317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Show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676101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4B5563"/>
                </a:solidFill>
              </a:defRPr>
            </a:pPr>
            <a:r>
              <a:rPr dirty="0"/>
              <a:t>A move is valid only if the cell is inside the grid, not a wall and not already visited.</a:t>
            </a:r>
          </a:p>
          <a:p>
            <a:pPr>
              <a:spcAft>
                <a:spcPts val="700"/>
              </a:spcAft>
              <a:defRPr sz="1700">
                <a:solidFill>
                  <a:srgbClr val="4B5563"/>
                </a:solidFill>
              </a:defRPr>
            </a:pPr>
            <a:r>
              <a:rPr dirty="0"/>
              <a:t>The parent matrix is used to trace the final path from destination back to start.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The </a:t>
            </a:r>
            <a:r>
              <a:rPr sz="1500" b="1" dirty="0">
                <a:solidFill>
                  <a:srgbClr val="1E293B"/>
                </a:solidFill>
              </a:rPr>
              <a:t>program visits valid </a:t>
            </a:r>
            <a:r>
              <a:rPr sz="1500" b="1" dirty="0" err="1">
                <a:solidFill>
                  <a:srgbClr val="1E293B"/>
                </a:solidFill>
              </a:rPr>
              <a:t>neighbours</a:t>
            </a:r>
            <a:r>
              <a:rPr sz="1500" b="1" dirty="0">
                <a:solidFill>
                  <a:srgbClr val="1E293B"/>
                </a:solidFill>
              </a:rPr>
              <a:t> and stores parent cells for tracing.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BFS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Breadth First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Uses queue data structure.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Explores cells level by level.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Best for shortest path in an unweighted maze.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Maintains visited matrix and parent matrix.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Time Complexity: O(R x C)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Space Complexity: O(R x 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709160" cy="3611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tlCol="0" anchor="ctr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queue&lt;Cell&gt; q;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q.push(start);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visited[start] = true;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while (!q.empty()) {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current = q.front();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q.pop();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visit neighbours;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store parent;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BFS </a:t>
            </a:r>
            <a:r>
              <a:rPr sz="1500" b="1" dirty="0">
                <a:solidFill>
                  <a:srgbClr val="1E293B"/>
                </a:solidFill>
              </a:rPr>
              <a:t>explores level by level, so it gives the shortest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DFS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Depth First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Uses stack data structure.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Explores one path deeply before backtracking.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Finds a possible path if it exists.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Does not guarantee shortest path.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Time Complexity: O(R x C)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t>Space Complexity: O(R x 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709160" cy="36118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tlCol="0" anchor="ctr"/>
          <a:lstStyle/>
          <a:p>
            <a:pPr algn="ctr">
              <a:defRPr sz="1400">
                <a:solidFill>
                  <a:srgbClr val="E2E8F0"/>
                </a:solidFill>
                <a:latin typeface="Consolas"/>
              </a:defRPr>
            </a:pPr>
            <a:r>
              <a:t>stack&lt;Cell&gt; st;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st.push(start);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visited[start] = true;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while (!st.empty()) {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current = st.top();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st.pop();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visit neighbours;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    store parent;</a:t>
            </a:r>
          </a:p>
          <a:p>
            <a:pPr>
              <a:defRPr sz="14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DFS </a:t>
            </a:r>
            <a:r>
              <a:rPr sz="1500" b="1" dirty="0">
                <a:solidFill>
                  <a:srgbClr val="1E293B"/>
                </a:solidFill>
              </a:rPr>
              <a:t>goes deep first, so it finds a path but may not find the shortest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Important parts of the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Maze is stored using vector&lt;string&gt;.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Default maze and custom maze input are supported.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Random maze generation is included as an extra feature.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BFS uses queue&lt;Cell&gt;.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DFS uses stack&lt;Cell&gt;.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chrono measures execution time.</a:t>
            </a:r>
          </a:p>
          <a:p>
            <a:pPr>
              <a:spcAft>
                <a:spcPts val="700"/>
              </a:spcAft>
              <a:defRPr sz="2000">
                <a:solidFill>
                  <a:srgbClr val="111827"/>
                </a:solidFill>
              </a:defRPr>
            </a:pPr>
            <a:r>
              <a:t>Final path is marked using * and visited cells are marked using 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08760"/>
            <a:ext cx="34290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File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main.cpp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97480"/>
            <a:ext cx="3429000" cy="91440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16A34A"/>
                </a:solidFill>
              </a:rPr>
              <a:t>Interface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Menu-driven console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886200"/>
            <a:ext cx="342900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F59E0B"/>
                </a:solidFill>
              </a:rPr>
              <a:t>Output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Path + visited cells +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visited </a:t>
            </a:r>
            <a:r>
              <a:rPr sz="1500" b="1" dirty="0">
                <a:solidFill>
                  <a:srgbClr val="1E293B"/>
                </a:solidFill>
              </a:rPr>
              <a:t>avoids loops, and parent matrix reconstructs the answer.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Output / System Snapshots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Sample console output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00020"/>
                </a:solidFill>
                <a:latin typeface="Calibri"/>
              </a:rPr>
              <a:t>Original Maze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737360"/>
            <a:ext cx="274320" cy="274320"/>
          </a:xfrm>
          <a:prstGeom prst="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0876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83080" y="17373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5740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172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06039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8036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5468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012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3444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508760" y="20116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78308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57400" y="20116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33172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06039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8036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5468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29000" y="20116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6012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3444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50876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783080" y="22860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5740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3172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606039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88036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54680" y="22860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429000" y="22860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0120" y="25603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23444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50876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78308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05740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33172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06039" y="25603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8036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154680" y="25603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429000" y="25603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6012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23444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50876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78308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05740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33172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2606039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88036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154680" y="283463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42900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0120" y="31089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23444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508760" y="31089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78308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05740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33172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606039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88036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154680" y="310896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42900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6012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234440" y="33832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50876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78308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05740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33172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606039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88036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154680" y="33832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429000" y="33832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60120" y="36576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23444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50876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78308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05740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33172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606039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288036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3154680" y="365760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42900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6012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23444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50876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78308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05740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33172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2606039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288036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154680" y="3931920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3429000" y="3931920"/>
            <a:ext cx="274320" cy="274320"/>
          </a:xfrm>
          <a:prstGeom prst="rect">
            <a:avLst/>
          </a:prstGeom>
          <a:solidFill>
            <a:srgbClr val="DC262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00800" y="13258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00020"/>
                </a:solidFill>
                <a:latin typeface="Calibri"/>
              </a:rPr>
              <a:t>Solved Maze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800" y="1737360"/>
            <a:ext cx="274320" cy="274320"/>
          </a:xfrm>
          <a:prstGeom prst="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675120" y="173736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49440" y="173736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23760" y="17373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498079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7772400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8046720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8321040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595360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8869680" y="17373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640080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667512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949440" y="2011679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2376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498079" y="2011679"/>
            <a:ext cx="27432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777240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04672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832104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8595360" y="20116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8869680" y="20116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6400800" y="228600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675120" y="228600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949440" y="228600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23760" y="22860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7498079" y="22860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7772400" y="22860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8046720" y="22860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8321040" y="22860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8595360" y="22860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869680" y="22860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6400800" y="25603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67512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694944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722376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7498079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777240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8046720" y="256032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8321040" y="256032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8595360" y="256032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69680" y="256032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6400800" y="2834639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67512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6949440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7223760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7498079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7772400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8046720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832104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8595360" y="283463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8869680" y="283463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400800" y="310896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67512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6949440" y="31089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722376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7498079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77240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804672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832104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8595360" y="310896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8869680" y="310896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6400800" y="3383279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675120" y="33832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694944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722376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7498079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777240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804672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832104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8595360" y="3383279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8869680" y="3383279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6400800" y="365760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67512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94944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722376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7498079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777240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804672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832104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8595360" y="3657600"/>
            <a:ext cx="274320" cy="274320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8869680" y="3657600"/>
            <a:ext cx="2743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640080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67512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94944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722376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498079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77240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04672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32104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8595360" y="3931920"/>
            <a:ext cx="274320" cy="274320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869680" y="3931920"/>
            <a:ext cx="274320" cy="274320"/>
          </a:xfrm>
          <a:prstGeom prst="rect">
            <a:avLst/>
          </a:prstGeom>
          <a:solidFill>
            <a:srgbClr val="DC262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960120" y="4892040"/>
            <a:ext cx="99669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800020"/>
                </a:solidFill>
              </a:rPr>
              <a:t>Legend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S = Start, E = End, # = Wall, . = Open Cell, v = Visited Cell, * = Final Path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Star </a:t>
            </a:r>
            <a:r>
              <a:rPr sz="1500" b="1" dirty="0">
                <a:solidFill>
                  <a:srgbClr val="1E293B"/>
                </a:solidFill>
              </a:rPr>
              <a:t>shows final path, and v shows cells checked by the algorithm.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Custom Maze Input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User can enter their own maze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User enters rows, columns, and maze pattern.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Only four symbols are allowed: S, E, ., #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Exactly one S and one E are required.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All rows must have equal length.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00020"/>
                </a:solidFill>
                <a:latin typeface="Calibri"/>
              </a:rPr>
              <a:t>Sample 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737360"/>
            <a:ext cx="283464" cy="283464"/>
          </a:xfrm>
          <a:prstGeom prst="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38544" y="173736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22008" y="173736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05472" y="173736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88936" y="173736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173736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73736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2020824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38544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22008" y="2020824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05472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88936" y="2020824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0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55864" y="2020824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304288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38544" y="2304288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22008" y="2304288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05472" y="2304288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88936" y="2304288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0" y="2304288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55864" y="2304288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2587752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38544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22008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205472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88936" y="2587752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0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55864" y="2587752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55080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638544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22008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205472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88936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772400" y="2871215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55864" y="2871215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355080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638544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922008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05472" y="315468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488936" y="315468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772400" y="3154680"/>
            <a:ext cx="283464" cy="28346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055864" y="3154680"/>
            <a:ext cx="283464" cy="283464"/>
          </a:xfrm>
          <a:prstGeom prst="rect">
            <a:avLst/>
          </a:prstGeom>
          <a:solidFill>
            <a:srgbClr val="DC262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00020"/>
                </a:solidFill>
                <a:latin typeface="Calibri"/>
              </a:rPr>
              <a:t>Solved Output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1737360"/>
            <a:ext cx="283464" cy="283464"/>
          </a:xfrm>
          <a:prstGeom prst="rect">
            <a:avLst/>
          </a:prstGeom>
          <a:solidFill>
            <a:srgbClr val="16A34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36024" y="1737360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19488" y="1737360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902952" y="173736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186416" y="1737360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469880" y="1737360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753344" y="1737360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052560" y="2020824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336024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619488" y="2020824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02952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0186416" y="2020824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469880" y="2020824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753344" y="2020824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052560" y="2304288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336024" y="2304288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619488" y="2304288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02952" y="2304288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86416" y="2304288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69880" y="2304288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753344" y="2304288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052560" y="2587752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336024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619488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902952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186416" y="2587752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469880" y="2587752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0753344" y="2587752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9052560" y="2871215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336024" y="2871215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619488" y="2871215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02952" y="2871215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0186416" y="2871215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469880" y="2871215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753344" y="2871215"/>
            <a:ext cx="283464" cy="283464"/>
          </a:xfrm>
          <a:prstGeom prst="rect">
            <a:avLst/>
          </a:prstGeom>
          <a:solidFill>
            <a:srgbClr val="BFDB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052560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336024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619488" y="3154680"/>
            <a:ext cx="283464" cy="283464"/>
          </a:xfrm>
          <a:prstGeom prst="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902952" y="3154680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186416" y="3154680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469880" y="3154680"/>
            <a:ext cx="283464" cy="283464"/>
          </a:xfrm>
          <a:prstGeom prst="rect">
            <a:avLst/>
          </a:prstGeom>
          <a:solidFill>
            <a:srgbClr val="F59E0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11827"/>
                </a:solidFill>
              </a:rPr>
              <a:t>*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53344" y="3154680"/>
            <a:ext cx="283464" cy="283464"/>
          </a:xfrm>
          <a:prstGeom prst="rect">
            <a:avLst/>
          </a:prstGeom>
          <a:solidFill>
            <a:srgbClr val="DC2626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2960" y="4343400"/>
            <a:ext cx="10424160" cy="7772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2563EB"/>
                </a:solidFill>
              </a:rPr>
              <a:t>Why this matters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This feature proves the project is interactive and can solve different mazes, not only one fixed example.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2960" y="5394960"/>
            <a:ext cx="10424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800" b="1">
                <a:solidFill>
                  <a:srgbClr val="800020"/>
                </a:solidFill>
              </a:rPr>
              <a:t>Legend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S = Start, E = End, # = Wall, . = Open Cell, v = Visited Cell, * = Final Path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8368" y="6053328"/>
            <a:ext cx="10881360" cy="292608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300" b="1" dirty="0" smtClean="0">
                <a:solidFill>
                  <a:srgbClr val="1E293B"/>
                </a:solidFill>
              </a:rPr>
              <a:t>The </a:t>
            </a:r>
            <a:r>
              <a:rPr sz="1300" b="1" dirty="0">
                <a:solidFill>
                  <a:srgbClr val="1E293B"/>
                </a:solidFill>
              </a:rPr>
              <a:t>user can enter any valid maze with one S and one 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BFS vs DFS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Difference between both algorithms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629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BFS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DFS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800020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Both use STL containers</a:t>
                      </a:r>
                    </a:p>
                  </a:txBody>
                  <a:tcPr/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Traversal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Level-wise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Depth-wise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Different search order</a:t>
                      </a:r>
                    </a:p>
                  </a:txBody>
                  <a:tcPr/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Shortest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Not always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BFS is preferred for shortest path</a:t>
                      </a:r>
                    </a:p>
                  </a:txBody>
                  <a:tcPr/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Time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O(R x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O(R x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Both may visit all cells</a:t>
                      </a:r>
                    </a:p>
                  </a:txBody>
                  <a:tcPr/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Space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O(R x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O(R x 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Visited and parent matrix used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BFS </a:t>
            </a:r>
            <a:r>
              <a:rPr sz="1500" b="1" dirty="0">
                <a:solidFill>
                  <a:srgbClr val="1E293B"/>
                </a:solidFill>
              </a:rPr>
              <a:t>is best for shortest path, while DFS is best for path exploration.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Learning and project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0584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rPr dirty="0"/>
              <a:t>Successfully implemented a maze solver in C++.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rPr dirty="0"/>
              <a:t>Understood how a 2D grid can be treated as a graph.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rPr dirty="0"/>
              <a:t>Applied BFS and DFS in a practical project.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rPr dirty="0"/>
              <a:t>Compared algorithms using path length, nodes visited and complexity.</a:t>
            </a:r>
          </a:p>
          <a:p>
            <a:pPr>
              <a:spcAft>
                <a:spcPts val="700"/>
              </a:spcAft>
              <a:defRPr sz="2200">
                <a:solidFill>
                  <a:srgbClr val="111827"/>
                </a:solidFill>
              </a:defRPr>
            </a:pPr>
            <a:r>
              <a:rPr dirty="0"/>
              <a:t>Improved knowledge of queue, stack, vectors and path reconstruction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I </a:t>
            </a:r>
            <a:r>
              <a:rPr sz="1500" b="1" dirty="0">
                <a:solidFill>
                  <a:srgbClr val="1E293B"/>
                </a:solidFill>
              </a:rPr>
              <a:t>learned graph traversal, queue, stack, and path reconstruction.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00020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Calibri"/>
              </a:rPr>
              <a:t>Final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424160" cy="12801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Ins="128016" rtlCol="0" anchor="ctr"/>
          <a:lstStyle/>
          <a:p>
            <a:pPr algn="ctr"/>
            <a:r>
              <a:rPr sz="1600" b="1">
                <a:solidFill>
                  <a:srgbClr val="2563EB"/>
                </a:solidFill>
              </a:rPr>
              <a:t>Conclusion</a:t>
            </a:r>
          </a:p>
          <a:p>
            <a:pPr>
              <a:spcBef>
                <a:spcPts val="400"/>
              </a:spcBef>
              <a:defRPr sz="1250">
                <a:solidFill>
                  <a:srgbClr val="1E293B"/>
                </a:solidFill>
              </a:defRPr>
            </a:pPr>
            <a:r>
              <a:t>The Maze Solver project demonstrates the practical use of Data Structures and Algorithms in path finding. It solves a grid-based maze using BFS and DFS and compares their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54680"/>
            <a:ext cx="9875520" cy="828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rPr dirty="0"/>
              <a:t>BFS is suitable for shortest path in an </a:t>
            </a:r>
            <a:r>
              <a:rPr dirty="0" err="1"/>
              <a:t>unweighted</a:t>
            </a:r>
            <a:r>
              <a:rPr dirty="0"/>
              <a:t> maze.</a:t>
            </a:r>
          </a:p>
          <a:p>
            <a:pPr>
              <a:spcAft>
                <a:spcPts val="700"/>
              </a:spcAft>
              <a:defRPr sz="2100">
                <a:solidFill>
                  <a:srgbClr val="111827"/>
                </a:solidFill>
              </a:defRPr>
            </a:pPr>
            <a:r>
              <a:rPr dirty="0"/>
              <a:t>DFS is useful for exploring possible paths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58368" y="5833872"/>
            <a:ext cx="10881360" cy="411480"/>
          </a:xfrm>
          <a:prstGeom prst="roundRect">
            <a:avLst/>
          </a:prstGeom>
          <a:solidFill>
            <a:srgbClr val="FFFBE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36576" rtlCol="0" anchor="ctr"/>
          <a:lstStyle/>
          <a:p>
            <a:pPr algn="ctr"/>
            <a:r>
              <a:rPr sz="1500" b="1" dirty="0" smtClean="0">
                <a:solidFill>
                  <a:srgbClr val="1E293B"/>
                </a:solidFill>
              </a:rPr>
              <a:t>This </a:t>
            </a:r>
            <a:r>
              <a:rPr sz="1500" b="1" dirty="0">
                <a:solidFill>
                  <a:srgbClr val="1E293B"/>
                </a:solidFill>
              </a:rPr>
              <a:t>project proves how DSA algorithms solve a real path-finding problem.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Calibri"/>
              </a:rPr>
              <a:t>Maze Solver using BFS and DFS in C++  |  Himanshu Singh (12411444)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800020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Himanshu Singh
Enrollment No.: 12411444
Lovely Professional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1616</Words>
  <Application>Microsoft Office PowerPoint</Application>
  <PresentationFormat>Widescreen</PresentationFormat>
  <Paragraphs>282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2026-09-12T04:17:21Z</dcterms:modified>
  <cp:category/>
</cp:coreProperties>
</file>